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D221C-E980-482A-3EDF-0C15AE0D0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546A23-6AFB-D01D-7873-CDA4A6040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B89054-840F-C4FC-FEFD-032EF1D2E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C8C71-ECFB-49A3-BBA4-7A333E97F8A3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5E343-DC02-9FB1-7F12-A6208A660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D55C64-5396-4346-22C6-3B7E15274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0878-7591-4524-A605-42844B0D1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83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93B84-7F50-2069-C110-9EE48CC96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ED1BDD-244F-97E9-5491-6E756B7C4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8F8F3B-8AD2-4AA0-319F-00A556CF8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C8C71-ECFB-49A3-BBA4-7A333E97F8A3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DA2189-B61D-EB9D-9533-AEF6CF88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786F98-18CD-10B0-030A-FB6116D0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0878-7591-4524-A605-42844B0D1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004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A23587-CD0C-6405-9FDB-AA3821B28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903D36-4DD9-7964-87B8-BA000A9FA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E4B458-FFA6-3747-634E-B5D020D20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C8C71-ECFB-49A3-BBA4-7A333E97F8A3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581BE9-D14C-7926-79B7-1646349E8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837253-D964-9CED-09A3-1BAA4361F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0878-7591-4524-A605-42844B0D1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43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8D4184-93B8-9866-43D6-6B592C161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5CCE03-B45A-F86B-81FF-FF7FF1D658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2C4F9A-92D4-B94D-3487-A2661F1C9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32FBDE-0433-070C-6973-1192A51A4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C8C71-ECFB-49A3-BBA4-7A333E97F8A3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88AE31-A472-BA6A-648B-84CB83285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656DC4-5859-E391-BF47-D6855BA90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0878-7591-4524-A605-42844B0D1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110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2B006E-CED9-F66C-9D23-85A950C57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429E43-2F74-68E3-1FFB-02CBAD943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472110-DFF2-074B-4366-FC5B99300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6BF0F6-E3A6-B670-2D57-B576774C96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E71AAC-FF63-2920-A49B-AD8CCFBC11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C75647D-CD0F-6F19-8BC2-0703B9C1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C8C71-ECFB-49A3-BBA4-7A333E97F8A3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C5CABA2-6F0E-281C-4AF7-08978CE70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855FF40-60BC-C94D-E637-93207769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0878-7591-4524-A605-42844B0D1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859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315F3-B167-856A-0AC3-EAA89AE8B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BBC655-7CA4-AB9D-5856-49AC7119D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C8C71-ECFB-49A3-BBA4-7A333E97F8A3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243ABA-A620-95D1-0DF8-1C3F28E2F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DE6ACE-0F8B-0415-2E13-A48B56378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0878-7591-4524-A605-42844B0D1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402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3C7851B-4F27-9D8E-8E12-A80A9CABA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C8C71-ECFB-49A3-BBA4-7A333E97F8A3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91F3735-2D4D-E3F2-7FEF-C4C59CCCA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3507B5-C8ED-7833-1DD5-382C6F9EF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0878-7591-4524-A605-42844B0D1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188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ECF94D-92CA-4FD8-82BE-0B89B9F66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922D3E-CDB7-E503-C657-CC203A558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1D969C-BD94-BCCD-08FE-F012FF55B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72B311-B2D0-5BDC-66A0-00482A33D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C8C71-ECFB-49A3-BBA4-7A333E97F8A3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FCB3B1-5193-6184-52F3-7E9732681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62356B-3EA8-0F7E-BA72-463707041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0878-7591-4524-A605-42844B0D1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424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631557-C632-7608-866F-3BCEC1D7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E681C9-E2F9-B2C5-B0E2-C52F966B7D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4D96D9-D53A-CCEE-5A47-8D7103205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636570-DD9A-8479-608A-DD5743049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C8C71-ECFB-49A3-BBA4-7A333E97F8A3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58A8BA-EA06-1E4F-8725-2E4F0AA40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F07D51-FAAB-BD2F-4B3A-9D7A6081B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0878-7591-4524-A605-42844B0D1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179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9CE4B1-0C10-0DB2-1156-947A99562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502FAB-0F8A-338F-8343-0DF2F53AB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698E93-55D1-8DC5-3D88-F13DEB8B6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C8C71-ECFB-49A3-BBA4-7A333E97F8A3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493BD8-7E87-D12B-B1BD-E0BEFDF83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939264-6B19-FFD9-A790-EF83DDB07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0878-7591-4524-A605-42844B0D1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8490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18DE8DC-E829-1436-D574-1560C0688F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945056E-E5A9-F0C9-5377-D6EC2D96A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CED7BB-48C1-311E-5B48-442326ED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C8C71-ECFB-49A3-BBA4-7A333E97F8A3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1F7DFC-AF48-36EF-790E-C864720FC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93EA32-801D-D902-07D1-83116A253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B0878-7591-4524-A605-42844B0D1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425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DAF8915-968C-651A-11BD-3C9263F0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C64123-CC99-DEB2-E2C4-EA5A04B7A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673211-EAD0-13DF-4B26-DE3BAD6E8B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5C8C71-ECFB-49A3-BBA4-7A333E97F8A3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2DAECE-7744-C271-905C-CF1713EA69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422909-625A-5063-B1D3-BF16FD358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3B0878-7591-4524-A605-42844B0D1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44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682129B-3FB2-4BBE-B94C-146C986CD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921638"/>
              </p:ext>
            </p:extLst>
          </p:nvPr>
        </p:nvGraphicFramePr>
        <p:xfrm>
          <a:off x="2591656" y="0"/>
          <a:ext cx="7658100" cy="20955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93800">
                  <a:extLst>
                    <a:ext uri="{9D8B030D-6E8A-4147-A177-3AD203B41FA5}">
                      <a16:colId xmlns:a16="http://schemas.microsoft.com/office/drawing/2014/main" val="209575740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657930211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42541079"/>
                    </a:ext>
                  </a:extLst>
                </a:gridCol>
                <a:gridCol w="1465580">
                  <a:extLst>
                    <a:ext uri="{9D8B030D-6E8A-4147-A177-3AD203B41FA5}">
                      <a16:colId xmlns:a16="http://schemas.microsoft.com/office/drawing/2014/main" val="3864572762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73353275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20250723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ABN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05665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시스템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폴더 경로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에너지 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>(</a:t>
                      </a:r>
                      <a:r>
                        <a:rPr lang="en-US" sz="1100" b="1" u="none" strike="noStrike" dirty="0">
                          <a:effectLst/>
                        </a:rPr>
                        <a:t>Hartree)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36722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ABN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ABN/input.xyz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-379.8145477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9846963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Zn²⁺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Zn2+/</a:t>
                      </a:r>
                      <a:r>
                        <a:rPr lang="en-US" sz="1100" u="none" strike="noStrike" dirty="0" err="1">
                          <a:effectLst/>
                        </a:rPr>
                        <a:t>input.xyz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-1778.94615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1033888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H₂O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H2O/</a:t>
                      </a:r>
                      <a:r>
                        <a:rPr lang="en-US" sz="1100" u="none" strike="noStrike" dirty="0" err="1">
                          <a:effectLst/>
                        </a:rPr>
                        <a:t>input.xyz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-76.43706245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Binding Energy (Ha)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Binding Energy (kJ/mol)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70867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ABN-Zn²⁺ (1)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ABN_Zn2+/01/</a:t>
                      </a:r>
                      <a:r>
                        <a:rPr lang="en-US" sz="1100" u="none" strike="noStrike" dirty="0" err="1">
                          <a:effectLst/>
                        </a:rPr>
                        <a:t>input.xyz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-2158.82538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-0.064682309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-170.7612962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6230779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ABN-Zn²⁺ (2)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ABN_Zn2+/02/</a:t>
                      </a:r>
                      <a:r>
                        <a:rPr lang="en-US" sz="1100" u="none" strike="noStrike" dirty="0" err="1">
                          <a:effectLst/>
                        </a:rPr>
                        <a:t>input.xyz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-2158.822865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-0.06216764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-164.1225687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7236234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ABN-H₂O (1)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ABN_water</a:t>
                      </a:r>
                      <a:r>
                        <a:rPr lang="en-US" sz="1100" u="none" strike="noStrike" dirty="0">
                          <a:effectLst/>
                        </a:rPr>
                        <a:t>/01/</a:t>
                      </a:r>
                      <a:r>
                        <a:rPr lang="en-US" sz="1100" u="none" strike="noStrike" dirty="0" err="1">
                          <a:effectLst/>
                        </a:rPr>
                        <a:t>input.xyz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-456.2571323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-0.005522133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-14.57843072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5936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ABN-H₂O (2)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ABN_water</a:t>
                      </a:r>
                      <a:r>
                        <a:rPr lang="en-US" sz="1100" u="none" strike="noStrike" dirty="0">
                          <a:effectLst/>
                        </a:rPr>
                        <a:t>/02/</a:t>
                      </a:r>
                      <a:r>
                        <a:rPr lang="en-US" sz="1100" u="none" strike="noStrike" dirty="0" err="1">
                          <a:effectLst/>
                        </a:rPr>
                        <a:t>input.xyz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-456.2568634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-0.005253262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-13.86861155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9520719"/>
                  </a:ext>
                </a:extLst>
              </a:tr>
            </a:tbl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C08E3EB7-3F39-AD93-A50E-5642F566BD45}"/>
              </a:ext>
            </a:extLst>
          </p:cNvPr>
          <p:cNvGrpSpPr/>
          <p:nvPr/>
        </p:nvGrpSpPr>
        <p:grpSpPr>
          <a:xfrm>
            <a:off x="3299767" y="2092777"/>
            <a:ext cx="6241878" cy="4571054"/>
            <a:chOff x="-1132342" y="3268442"/>
            <a:chExt cx="8739070" cy="6399798"/>
          </a:xfrm>
        </p:grpSpPr>
        <p:pic>
          <p:nvPicPr>
            <p:cNvPr id="4" name="그림 3" descr="스크린샷, 예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526836C-6E5A-849E-EA3A-2336B7941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472" b="27083"/>
            <a:stretch>
              <a:fillRect/>
            </a:stretch>
          </p:blipFill>
          <p:spPr>
            <a:xfrm>
              <a:off x="5067349" y="3268442"/>
              <a:ext cx="2539379" cy="1438690"/>
            </a:xfrm>
            <a:prstGeom prst="rect">
              <a:avLst/>
            </a:prstGeom>
          </p:spPr>
        </p:pic>
        <p:pic>
          <p:nvPicPr>
            <p:cNvPr id="6" name="그림 5" descr="스크린샷, 만화 영화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8F2EE8E-6060-D831-A3B5-456334008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473" b="23473"/>
            <a:stretch>
              <a:fillRect/>
            </a:stretch>
          </p:blipFill>
          <p:spPr>
            <a:xfrm>
              <a:off x="3933580" y="3426945"/>
              <a:ext cx="1590421" cy="1075636"/>
            </a:xfrm>
            <a:prstGeom prst="rect">
              <a:avLst/>
            </a:prstGeom>
          </p:spPr>
        </p:pic>
        <p:pic>
          <p:nvPicPr>
            <p:cNvPr id="14" name="그림 13" descr="스크린샷, 빛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961EB97-6377-155F-88F2-644473C99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778" b="34723"/>
            <a:stretch>
              <a:fillRect/>
            </a:stretch>
          </p:blipFill>
          <p:spPr>
            <a:xfrm>
              <a:off x="353592" y="3595894"/>
              <a:ext cx="1497261" cy="811164"/>
            </a:xfrm>
            <a:prstGeom prst="rect">
              <a:avLst/>
            </a:prstGeom>
          </p:spPr>
        </p:pic>
        <p:pic>
          <p:nvPicPr>
            <p:cNvPr id="16" name="그림 15" descr="스크린샷, 예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2ABE3E2-B596-73F0-BAA6-F6877D2CB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861" b="25417"/>
            <a:stretch>
              <a:fillRect/>
            </a:stretch>
          </p:blipFill>
          <p:spPr>
            <a:xfrm>
              <a:off x="1930256" y="3595894"/>
              <a:ext cx="1590420" cy="906687"/>
            </a:xfrm>
            <a:prstGeom prst="rect">
              <a:avLst/>
            </a:prstGeom>
          </p:spPr>
        </p:pic>
        <p:pic>
          <p:nvPicPr>
            <p:cNvPr id="19" name="그림 18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8AA5607-F7D7-6ECC-8A6E-CBB6D4E68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32342" y="4483258"/>
              <a:ext cx="8522955" cy="51849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5968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와이드스크린</PresentationFormat>
  <Paragraphs>36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안용상</dc:creator>
  <cp:lastModifiedBy>안용상</cp:lastModifiedBy>
  <cp:revision>1</cp:revision>
  <dcterms:created xsi:type="dcterms:W3CDTF">2025-07-23T14:16:09Z</dcterms:created>
  <dcterms:modified xsi:type="dcterms:W3CDTF">2025-10-01T05:43:46Z</dcterms:modified>
</cp:coreProperties>
</file>